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3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B5D57C-A4A2-4758-BDC9-68C38D55C891}" v="76" dt="2026-09-21T11:09:10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9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64150-AC2C-406C-AC4C-896F71B256D7}" type="datetimeFigureOut"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CF026-5467-4650-AF96-32EF665C78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5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TGS EMEA HACKATHON  ·  KNOWLEDGE CONTINUITY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Continuum</a:t>
            </a:r>
            <a:endParaRPr lang="en-US" sz="680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AEBCD4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Know-how that stays.</a:t>
            </a:r>
            <a:endParaRPr lang="en-US" sz="24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566160"/>
            <a:ext cx="8595360" cy="868680"/>
          </a:xfrm>
          <a:prstGeom prst="rect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3566160"/>
            <a:ext cx="68580" cy="8686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Notebooks organise what one person already gathered.</a:t>
            </a:r>
          </a:p>
          <a:p>
            <a:pPr marL="0" indent="0">
              <a:buNone/>
            </a:pPr>
            <a:endParaRPr lang="en-US" sz="13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Continuum captures what nobody wrote down - and combines it across the organisation.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Vamsi Yedlapalli  | Hackathon Concept Proposal  |  </a:t>
            </a:r>
            <a:r>
              <a:rPr lang="en-GB" sz="110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Draft, subject to refinement as the idea evolves</a:t>
            </a:r>
            <a:endParaRPr lang="en-US" sz="11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PROBLEM, IN ONE TRUE STORY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 £11,700 question nobody could answer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68580" cy="94183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71907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Sep 2026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834640" y="1719072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milestone variance surfaces on Cisco ACE. The system shows a revised value. Nobody can say why.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" y="2688336"/>
            <a:ext cx="1097280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" y="2688336"/>
            <a:ext cx="68580" cy="941832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280720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85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hunt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34640" y="28072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Beeline, Connected, SMP, the RAID log, the pricing sheet. Four systems. Four partial answers.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776472"/>
            <a:ext cx="1097280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3776472"/>
            <a:ext cx="68580" cy="941832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3895344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85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handover note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34640" y="3895344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"As part of the project handover I was informed that certain milestone changes were requested..."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" y="4864608"/>
            <a:ext cx="1097280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68580" cy="9418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49834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Feb 2026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834640" y="498348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answer already existed: the client furlough period moved from five days to ten, so values were recalculated.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It was in an email thread with the billing team. Not in any system of record. The handover was well run  -  the reason still left with the person.</a:t>
            </a:r>
            <a:endParaRPr lang="en-US" sz="13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WHY IT KEEPS HAPPENING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This is not one client's problem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347472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68580" cy="27889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1965960"/>
            <a:ext cx="658368" cy="658368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2140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7889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Knowledge has a half-life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3474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reason behind a decision lives in a head, a mailbox or a local folder. It decays the moment someone rolls off.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43400" y="1645920"/>
            <a:ext cx="347472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43400" y="1645920"/>
            <a:ext cx="68580" cy="27889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63440" y="1965960"/>
            <a:ext cx="658368" cy="658368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12140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63440" y="27889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Systems hold what, not why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663440" y="3474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Beeline, Connected, GDP and PeopleSoft record the outcome. None of them record the rationale or who agreed it.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8092440" y="1645920"/>
            <a:ext cx="347472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092440" y="1645920"/>
            <a:ext cx="68580" cy="27889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412480" y="1965960"/>
            <a:ext cx="658368" cy="658368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2121408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27889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Handovers transfer tasks, not context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412480" y="3474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successor inherits the work, the access and the deadlines. The judgement behind past decisions does not come with it.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94360" y="4754880"/>
            <a:ext cx="10972800" cy="96012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94360" y="4754880"/>
            <a:ext cx="68580" cy="9601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914400" y="47548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Every engagement that ends without capture is a quiet write-off. We just never put a number on it.</a:t>
            </a:r>
            <a:endParaRPr lang="en-US" sz="16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DIFFERENT LAYER, NOT A DIFFERENT PRODUCT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Where this sits in the landscape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72768"/>
          <a:ext cx="10972800" cy="27711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platforms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upload, per person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from work already happening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 -  re-upload to 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refresh with ageing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notebook, per 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client and project, across people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and files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plus systems with no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curve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 -  each notebook is an island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Compounds with every contributor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709160"/>
            <a:ext cx="10972800" cy="105156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94360" y="4709160"/>
            <a:ext cx="68580" cy="105156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47091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 capture and aggregation layer feeding a retrieval layer is normal architecture  -  not competition.</a:t>
            </a:r>
            <a:endParaRPr lang="en-US" sz="1550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Continuum publishes released cards outward, so existing delivery intelligence platforms get better content, not a rival.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VALUE DELIVERED AT EACH STAGE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Value at every stage, even if we stop early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68580" cy="10058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6968" y="192024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696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27048" y="181051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Collector alone</a:t>
            </a:r>
            <a:endParaRPr lang="en-US" sz="1550" dirty="0">
              <a:latin typeface="Aptos Display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26280" y="181051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703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200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23560" y="1810512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Capture replaces manual re-keying. Status and onboarding prep gets faster on day one.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2761488"/>
            <a:ext cx="10972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2761488"/>
            <a:ext cx="68580" cy="10058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86968" y="3035808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696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27048" y="292608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Plus Workspace &amp; Ask</a:t>
            </a:r>
            <a:endParaRPr lang="en-US" sz="1550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26280" y="2926080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703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200" dirty="0">
              <a:latin typeface="Aptos Display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23560" y="2926080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private assistant over your own work. Useful even if nobody else contributes yet.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3877056"/>
            <a:ext cx="10972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" y="3877056"/>
            <a:ext cx="68580" cy="10058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86968" y="4151376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6968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527048" y="404164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Plus Refinery &amp; Vault</a:t>
            </a:r>
            <a:endParaRPr lang="en-US" sz="1550" dirty="0">
              <a:latin typeface="Aptos Display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26280" y="404164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200" dirty="0">
              <a:latin typeface="Aptos Display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23560" y="4041648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Answers the question that costs us most: who has done this for this client before?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4360" y="4992624"/>
            <a:ext cx="10972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94360" y="4992624"/>
            <a:ext cx="68580" cy="10058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86968" y="5266944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6968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527048" y="515721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Plus Radar</a:t>
            </a:r>
            <a:endParaRPr lang="en-US" sz="1550" dirty="0">
              <a:latin typeface="Aptos Display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26280" y="5157216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>
              <a:latin typeface="Aptos Display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623560" y="5157216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Leadership sees where knowledge is thin before the person leaves, not after.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 cold-start problem. The first person to use it benefits immediately, before any organisational library exists.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868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Continuum captures knowledge automatically,</a:t>
            </a:r>
            <a:endParaRPr lang="en-US" sz="28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keeps the owner in control of what is released,</a:t>
            </a:r>
            <a:endParaRPr lang="en-US" sz="28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and combines it across people by client and project.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3794760"/>
            <a:ext cx="3383280" cy="1828800"/>
          </a:xfrm>
          <a:prstGeom prst="rect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794760"/>
            <a:ext cx="338328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0873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452628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Owner-controlled</a:t>
            </a:r>
            <a:endParaRPr lang="en-US" sz="1450" dirty="0">
              <a:latin typeface="Aptos Display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61288" y="4873752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3CDD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Nothing is released until the person who captured it decides the audience.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26280" y="3794760"/>
            <a:ext cx="3383280" cy="1828800"/>
          </a:xfrm>
          <a:prstGeom prst="rect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26280" y="3794760"/>
            <a:ext cx="338328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40873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18888" y="452628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Linked, not copied</a:t>
            </a:r>
            <a:endParaRPr lang="en-US" sz="1450" dirty="0">
              <a:latin typeface="Aptos Display" panose="020B00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18888" y="4873752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3CDD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Cards point back to the source. Existing permissions keep working, untouched.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83880" y="3794760"/>
            <a:ext cx="3383280" cy="1828800"/>
          </a:xfrm>
          <a:prstGeom prst="rect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183880" y="3794760"/>
            <a:ext cx="338328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408736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6488" y="452628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Compounds across people</a:t>
            </a:r>
            <a:endParaRPr lang="en-US" sz="1450" dirty="0">
              <a:latin typeface="Aptos Display" panose="020B0004020202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476488" y="4873752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3CDD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Each contributor makes the next person's answer better. Value grows, it does not sit still.</a:t>
            </a:r>
            <a:endParaRPr lang="en-US" sz="11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SHAPE OF THE BUILD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Six modules. Each one useful on its own.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68580" cy="20116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6968" y="1874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1168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2587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1 · Collector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86968" y="2953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Pulls your data out of systems that have no API.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43400" y="1600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43400" y="1600200"/>
            <a:ext cx="68580" cy="20116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36008" y="1874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01168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6008" y="2587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2 · Workspace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636008" y="2953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Your own material, organised, with per-item release control.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8092440" y="1600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092440" y="1600200"/>
            <a:ext cx="68580" cy="20116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385048" y="1874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01168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85048" y="2587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3 · Ask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385048" y="2953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One chat, two scopes: my data, or what the org released.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94360" y="3886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94360" y="3886200"/>
            <a:ext cx="68580" cy="20116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886968" y="4160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297680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6968" y="4873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4 · Refinery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886968" y="5239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Turns raw capture into short, sourced knowledge cards.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4343400" y="3886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4343400" y="3886200"/>
            <a:ext cx="68580" cy="20116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4636008" y="4160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297680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636008" y="4873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5 · Vault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4636008" y="5239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Stores, refreshes, ages and exports the card library.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8092440" y="3886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8092440" y="3886200"/>
            <a:ext cx="68580" cy="20116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8385048" y="4160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4297680"/>
            <a:ext cx="329184" cy="3291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85048" y="4873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6 · Radar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8385048" y="5239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Shows leadership what we are about to forget.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Logical grouping of Modules- (2,3 and 4); (1, 5 and 6) are open for other teams to take. All six build in parallel against one agreed record shape.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1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1 · Collector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Your data, gathered from everywhere, without a single copy-paste.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User registers a client and project once, with links to the folders and sites that hold its material.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Everything under a registered location inherits that client and project. No per-file tagging.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For screen-only systems the user presses Capture while already signed in. Named fields only, never the whole page.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preview appears before anything is stored. Nothing is captured silently.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Register one Cisco project. Capture the Beeline renewal playbook, the support guide and one screen record.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reusable capture pack that removes manual re-keying from onboarding and status reporting.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Skills needed: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Someone comfortable with scripting and Power Automate Desktop.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2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2 · Workspace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Finally, everything I know in one place  -  and I decide what leaves.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Two panes: the source on the left, the extracted candidates on the right.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Filter by client, project, source or date. Bulk approve or dismiss.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Four choices per item: keep private, engagement, account team, or organisation.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Unclassified items default to private. Failing closed costs nothing and prevents cross-client leakage.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Sixty real items on screen. Personal reminders filtered out. Six released with client and project attached.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personal reference organiser that is useful even if nothing is ever released.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Skills needed: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front-end builder. The most visible module in the demo.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3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3 · Ask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Ask your own work anything. Ask the organisation only what people released.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One interface, one scope switch. My Data reads only your private staged content.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Organisation reads only released cards. The two are never blended and the active scope is always on screen.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Every answer cites the file, page or record it came from, and names the contributor.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"I don't have that" is a valid answer. No invented specifics, ever.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Ask how to onboard a resource onto the client system and get the steps back, with sources and contributors attached.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Immediate personal time saved, and the most persuasive ninety seconds of the demo.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Skills needed: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Prompt design and retrieval tuning. 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4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4 · Refinery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Turns scattered notes into knowledge the next person can actually use.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Sorts every candidate into Fact, Experience or Personal reminder. Personal reminders can never be released.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Writes a short card: what to do, when it applies, where it came from, who contributed it.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Groups items about the same decision into one card and keeps every source as evidence.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Where two cards differ, both are shown with their dates. Freshness decides, not seniority.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Two people documented the same client tool independently. Show both surfaced, linked, and dated.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card engine can be pointed at existing SharePoint content on day one.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Skills needed: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Data modelling and structured prompt design.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5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5 · Vault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Stays current on its own, and gives you exactly the slice you need.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One library of released cards, keyed by client, project, audience and status.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Scheduled refresh re-reads registered sources and flags new, changed or stale content.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Cards age. Past their review date they are marked Needs review rather than quietly trusted.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Filtered export by client, project, contributor or status.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Run the refresh. Three cards update, one ages out. Export a client starter pack.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working refresh and export layer any other module can plug into later.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Skills needed: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Integration and scheduling. Can be built against sample cards from hour one.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6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6 · Radar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Shows leadership what we are about to forget.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E76F51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Not adoption metrics. Continuity risk: clients where the knowledge sits with one person.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Engagements with people rolling off and thin captured knowledge.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Cards overdue for review, and coverage gaps by client and project.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Contribution and reuse recognition, with the contributor always named.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"One person held the milestone rationale. They offboarded in April. This would have flagged it in March."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leadership narrative that lands even on sample data.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Skills needed: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Reporting and storytelling. The closing slide of the demo.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HOW CLIENT AND PROJECT GET ATTACHED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Register once. Everything underneath inherits.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394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68580" cy="23774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1755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user registers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6968" y="21488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name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Project or engagement name and duration (+/- 60day window)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Opportunity ID  -  present from lead registration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Links to the folders and sites that hold its material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email domain and Teams channel names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2578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9360" y="1572768"/>
            <a:ext cx="68580" cy="23774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01968" y="1755648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system infers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01968" y="2148840"/>
            <a:ext cx="46725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Everything under a registered link inherits that client and project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Opportunity ID extracted from folder and record names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Project ID added later, once the SoW is signed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Suggested registrations proposed from the folder tree  -  user corrects, not types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4160520"/>
            <a:ext cx="10972800" cy="749808"/>
          </a:xfrm>
          <a:prstGeom prst="rect">
            <a:avLst/>
          </a:prstGeom>
          <a:solidFill>
            <a:srgbClr val="FFF3D6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Opportunity ID is the join key.  </a:t>
            </a: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It exists from lead registration. Project ID only arrives after sign-off, so knowledge captured during solutioning is never orphaned.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10972800" cy="9144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5074920"/>
            <a:ext cx="68580" cy="9144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Registration is one-time setup per project, not a step on every capture. Anything unregistered stays private.</a:t>
            </a:r>
            <a:endParaRPr lang="en-US" sz="15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RECORD  -  SMALL ENOUGH TO READ, COMPLETE ENOUGH TO TRUST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knowledge card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Anatomy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Title  -  what this is about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and project  -  carried on the card itself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Guidance  -  the actionable point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When it applies  -  the trigger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Sources  -  linked, with a count at a glance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Contributor  -  always named, always visible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Type  -  fact or experience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Audience  -  private, engagement, account, org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Last confirmed  -  and a freshness state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06440" y="1572768"/>
            <a:ext cx="57607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06440" y="1572768"/>
            <a:ext cx="68580" cy="379476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26480" y="1755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CARD THAT SHOULD HAVE EXISTED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26480" y="204825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Why milestone values were recalculated</a:t>
            </a:r>
            <a:endParaRPr lang="en-US" sz="1900" dirty="0">
              <a:latin typeface="Aptos Display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26480" y="2697480"/>
            <a:ext cx="5120640" cy="82296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364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client furlough period increased from five days as solutioned to ten days, which triggered a milestone recalculation.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2648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/ project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35240" y="3657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Cisco · ACE Development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26480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Applies when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35240" y="39684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Reconciling a milestone variance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26480" y="4279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35240" y="4279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3 sources · 2 systems · linked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26480" y="4590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35240" y="45902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Named and visible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26480" y="4901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35240" y="49011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Confirmed  -  review due in 60 days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5577840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360" y="5577840"/>
            <a:ext cx="68580" cy="65836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" y="557784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Nine fields. Thirty seconds to read. Six months of searching avoided.</a:t>
            </a:r>
            <a:endParaRPr lang="en-US" sz="15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EVIDENCE TRAIL  -  HOW A CARD IS ASSEMBLED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One decision, three sources, one card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3444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68580" cy="1600200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289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85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Feb  -  email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Billing team asks why the January milestone differs from the solutioned value.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48328" y="2395728"/>
            <a:ext cx="201168" cy="45720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58640" y="1627632"/>
            <a:ext cx="3444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58640" y="1627632"/>
            <a:ext cx="68580" cy="1600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32960" y="1810512"/>
            <a:ext cx="289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Feb  -  reply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32960" y="2148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furlough period increased from five days to ten. Values recalculated.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12608" y="2395728"/>
            <a:ext cx="201168" cy="45720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22920" y="1627632"/>
            <a:ext cx="3444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122920" y="1627632"/>
            <a:ext cx="68580" cy="1600200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97240" y="1810512"/>
            <a:ext cx="289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85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Sep  -  system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97240" y="2148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Beeline shows the revised milestone. The number, without the reason.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3429000"/>
            <a:ext cx="10972800" cy="45720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▼   Same client, same project, same subject  -  grouped into one card, every source kept as evidence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4041648"/>
            <a:ext cx="10972800" cy="12344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" y="4041648"/>
            <a:ext cx="68580" cy="12344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ONE KNOWLEDGE CARD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4400" y="449884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Why milestone values were recalculated   -   3 sources  ·  2 systems  ·  contributor named  ·  dates preserved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4360" y="5440680"/>
            <a:ext cx="68580" cy="7772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Dates are first class. The order of events is what turns three fragments into one explanation.</a:t>
            </a:r>
            <a:endParaRPr lang="en-US" sz="15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HOW EVERY ITEM IS CLASSIFIED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Client and project are the primary filters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4864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68580" cy="22402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1755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Inherited from registration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6968" y="21488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Registered folder, site or mailbox folder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email domain and Teams channel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Opportunity ID found in the path or record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Document title and header metadata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1572768"/>
            <a:ext cx="516636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0" y="1572768"/>
            <a:ext cx="68580" cy="22402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93408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Confirmed by the contributor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93408" y="21488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 -  mandatory, never inferred silently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Project or engagement  -  mandatory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Audience  -  private, engagement, account team, organisation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Anything unclassified defaults to private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4069080"/>
            <a:ext cx="10972800" cy="749808"/>
          </a:xfrm>
          <a:prstGeom prst="rect">
            <a:avLst/>
          </a:prstGeom>
          <a:solidFill>
            <a:srgbClr val="FFF3D6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Cross-client synthesis is deliberately not supported.  </a:t>
            </a: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Cards are scoped individually and are never combined across clients or audience levels.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" y="4983480"/>
            <a:ext cx="10972800" cy="86868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4983480"/>
            <a:ext cx="68580" cy="8686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4983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Fail closed. An unclassified item staying private costs nothing. The reverse costs trust.</a:t>
            </a:r>
            <a:endParaRPr lang="en-US" sz="15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TERMINOLOGY  -  LOCK THIS BEFORE ANYONE WRITES CODE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Two things, two names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257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68580" cy="25146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KNOWLEDGE CARD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1762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record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gets captured, released, stored, retrieved and aged. It has fields, a lifecycle and an owner. Every module reads or writes this shape.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" y="3611880"/>
            <a:ext cx="1371600" cy="38404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5257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68580" cy="2514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9400" y="18470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SIGNAL TAG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29400" y="21762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indicator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29400" y="2788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coloured chip on screen showing client, status, freshness or audience. Purely visual. Carries no data of its own.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29400" y="3611880"/>
            <a:ext cx="1371600" cy="3840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29400" y="3611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" y="4526280"/>
            <a:ext cx="68580" cy="105156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45262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Both exist. They cannot share a name. A team building tags while the standard describes records will not integrate.</a:t>
            </a:r>
            <a:endParaRPr lang="en-US" sz="15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STACK DECISION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Microsoft first, by necessity and by choice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39496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68580" cy="25146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6968" y="1828800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4767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1847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constraint that shapes everything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251460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Organization laptops do not permit installing external applications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 the user-facing part must run in the browser or in Teams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And capture must use tooling already approved on the device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This is not a limitation to apologise for  -  it is why the result is adoptable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309360" y="1600200"/>
            <a:ext cx="5257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309360" y="1600200"/>
            <a:ext cx="68580" cy="2514600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01968" y="1828800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94767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1847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If a cloud sandbox is available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629400" y="251460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It accelerates the reasoning and search layer only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capture and release experience stays on the device either way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Nothing in the two-day demo depends on it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Treated as an accelerator, never as a prerequisite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94360" y="4389120"/>
            <a:ext cx="10972800" cy="105156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94360" y="4389120"/>
            <a:ext cx="68580" cy="105156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14400" y="43891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We design for the laptop we actually have. Anything that needs an install has already failed adoption..!!</a:t>
            </a:r>
            <a:endParaRPr lang="en-US" sz="15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TWO DAYS VERSUS PRODUCTION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Where the data actually lives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37490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Hackathon build (2 days)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write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Teams team  -  Continuum (Hackathon)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governed environment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engagement sites, mailbox, files  -  read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plus connectors and MCP endpoints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staging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channel site  -  contributor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 scope with row-level 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Released library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channel list  -  released cards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card table, audience scoped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documents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Linked, never copied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Linked; copied only when marked org-visible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SharePoint and Copilot grounding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index filtered by client and audience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permissions plus audience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groups mapped to audience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and toggles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config list, edited by 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Console over governed config tables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We write only to our own Team Channel / Teams </a:t>
            </a:r>
            <a:r>
              <a:rPr lang="en-US" sz="950" dirty="0" err="1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Sharepoint</a:t>
            </a: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 . Live engagement sites are read, never modified  -  nothing we build touches client/existing artefacts.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BROWSER AND APPROVED MICROSOFT TOOLING ONLY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Two-day architecture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0972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536192"/>
            <a:ext cx="10972800" cy="54864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REGISTERED SOURCES  ·  read only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Outlook mail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38251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29691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SharePoint / SMP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53543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44983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OneNote export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68834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60274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Excel trackers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84126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75566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GDP screen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399417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90857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Connected screen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914709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06149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Beeline screen…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" y="2606040"/>
            <a:ext cx="10972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2606040"/>
            <a:ext cx="1097280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27157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ZONE 1  -  LANDING  ·  private channel library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2960" y="2990088"/>
            <a:ext cx="512064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4400" y="2990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Source link  +  provenance envelope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26480" y="2990088"/>
            <a:ext cx="525780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17920" y="29900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Capture preview  -  user confirms before anything is stored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3675888"/>
            <a:ext cx="10972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4360" y="3675888"/>
            <a:ext cx="10972800" cy="5486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7240" y="378561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ZONE 2  -  LEDGER  ·  three lists, tagged by client and project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22960" y="4059936"/>
            <a:ext cx="341376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14400" y="4059936"/>
            <a:ext cx="323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Structured records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73880" y="4059936"/>
            <a:ext cx="341376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465320" y="4059936"/>
            <a:ext cx="323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Semi-structured records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924800" y="4059936"/>
            <a:ext cx="341376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016240" y="4059936"/>
            <a:ext cx="323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Unstructured chunks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94360" y="4718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60" dirty="0">
                <a:solidFill>
                  <a:srgbClr val="E76F51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▼  CONTRIBUTOR RELEASE GATE   -   private channel ends here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94360" y="5074920"/>
            <a:ext cx="10972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94360" y="5074920"/>
            <a:ext cx="10972800" cy="54864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77240" y="51846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ZONE 3  -  LIBRARY  ·  standard channel, released knowledge cards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22960" y="5458968"/>
            <a:ext cx="329184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14400" y="5458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 list (audience scoped)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251960" y="5458968"/>
            <a:ext cx="352044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343400" y="5458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Ask  -  my data / organisation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909560" y="5458968"/>
            <a:ext cx="347472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001000" y="5458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Radar  -  continuity view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Refer: draw.io file, page 1.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BECOMES WITH PROPER ACCESS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Production architecture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0972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68580" cy="7772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Experience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37560" y="1719072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10712" y="1719072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Teams app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50562" y="1719072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3714" y="1719072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63563" y="1719072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36715" y="1719072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Ask (dual scope)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76565" y="1719072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49717" y="1719072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789566" y="1719072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62718" y="1719072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" y="2450592"/>
            <a:ext cx="10972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2450592"/>
            <a:ext cx="68580" cy="7772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8680" y="25420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337560" y="2615184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10712" y="2615184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Grounded retrieval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353812" y="2615184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26964" y="2615184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 extraction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70064" y="2615184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43216" y="2615184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Grouping &amp; linking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386316" y="2615184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459468" y="2615184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Ageing rules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3346704"/>
            <a:ext cx="10972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4360" y="3346704"/>
            <a:ext cx="68580" cy="7772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8680" y="34381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Knowledge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337560" y="3511296"/>
            <a:ext cx="2578608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10712" y="3511296"/>
            <a:ext cx="2432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 store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25896" y="3511296"/>
            <a:ext cx="2578608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099048" y="3511296"/>
            <a:ext cx="2432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Search index (client + audience filtered)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714232" y="3511296"/>
            <a:ext cx="2578608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787384" y="3511296"/>
            <a:ext cx="2432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94360" y="4242816"/>
            <a:ext cx="10972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94360" y="4242816"/>
            <a:ext cx="68580" cy="7772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68680" y="43342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337560" y="4407408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410712" y="4407408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Cloud flows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950562" y="4407408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023714" y="4407408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Desktop flows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563563" y="4407408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636715" y="4407408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176565" y="4407408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249717" y="4407408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MCP endpoints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789566" y="4407408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862718" y="4407408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Manual intake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94360" y="5138928"/>
            <a:ext cx="10972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94360" y="5138928"/>
            <a:ext cx="68580" cy="7772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68680" y="5230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337560" y="5303520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3410712" y="5303520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Entra groups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353812" y="5303520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426964" y="5303520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Purview labels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370064" y="5303520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443216" y="5303520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386316" y="5303520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9459468" y="5303520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Retention &amp; review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Refer: draw.io file, page 2 &amp; page 3 shows the evidence trail and card lifecycle.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NOT IN THE TWO DAYS  -  BUT ESSENTIAL THE MOMENT THIS IS REAL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Admin Console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28066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68580" cy="20574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6968" y="1883664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02536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81912" y="192024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Feature control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2542032"/>
            <a:ext cx="46405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Turn individual modules on or off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Enable or disable a source per team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Stage rollout by business unit or client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86500" y="1627632"/>
            <a:ext cx="528066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86500" y="1627632"/>
            <a:ext cx="68580" cy="20574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79108" y="1883664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2002536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74052" y="192024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Data visibility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606540" y="2542032"/>
            <a:ext cx="46405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Set who can see which audience level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Revoke a released card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Freeze a client library during a dispute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94360" y="4005072"/>
            <a:ext cx="528066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94360" y="4005072"/>
            <a:ext cx="68580" cy="20574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86968" y="4261104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79976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81912" y="429768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Trust and freshness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914400" y="4919472"/>
            <a:ext cx="46405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Set review periods per client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Assign a validation owner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Queue of cards past their confirm date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286500" y="4005072"/>
            <a:ext cx="528066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6286500" y="4005072"/>
            <a:ext cx="68580" cy="20574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579108" y="4261104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437997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74052" y="429768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606540" y="4919472"/>
            <a:ext cx="46405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Refresh schedules and failure alerts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Coverage and staleness by client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Contribution and reuse reporting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If time does not permit: Shown as a static view in the demo. Included here to showcase the thought process around governance path.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8680" y="2057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AEBCD4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Systems will always tell you what was decided.</a:t>
            </a:r>
            <a:endParaRPr lang="en-US" sz="2600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Continuum keeps the reason,</a:t>
            </a:r>
            <a:endParaRPr lang="en-US" sz="44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and the person who knew it.</a:t>
            </a:r>
            <a:endParaRPr lang="en-US" sz="4400" dirty="0">
              <a:latin typeface="Aptos Display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4617720"/>
            <a:ext cx="384048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4846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B703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Know-how that stays.</a:t>
            </a:r>
            <a:endParaRPr lang="en-US" sz="1800" dirty="0">
              <a:latin typeface="Aptos Display" panose="020B000402020202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E1567FB-2252-6DF0-A8A8-789569929895}"/>
              </a:ext>
            </a:extLst>
          </p:cNvPr>
          <p:cNvSpPr/>
          <p:nvPr/>
        </p:nvSpPr>
        <p:spPr>
          <a:xfrm>
            <a:off x="86868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Vamsi Yedlapalli  | Hackathon Concept Proposal  |  </a:t>
            </a:r>
            <a:r>
              <a:rPr lang="en-GB" sz="110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Thank you for your time..</a:t>
            </a:r>
            <a:endParaRPr lang="en-US" sz="11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ptos Display"/>
        <a:ea typeface=""/>
        <a:cs typeface=""/>
      </a:majorFont>
      <a:minorFont>
        <a:latin typeface="Apto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2877</Words>
  <Application>Microsoft Office PowerPoint</Application>
  <PresentationFormat>Widescreen</PresentationFormat>
  <Paragraphs>391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Continuum - Knowledge Continuity Platform</dc:title>
  <dc:subject>PptxGenJS Presentation</dc:subject>
  <dc:creator>Yedlapalli, Vamsi</dc:creator>
  <cp:lastModifiedBy>Yedlapalli, Vamsi</cp:lastModifiedBy>
  <cp:revision>3</cp:revision>
  <dcterms:created xsi:type="dcterms:W3CDTF">2026-09-21T10:12:33Z</dcterms:created>
  <dcterms:modified xsi:type="dcterms:W3CDTF">2026-09-21T11:09:10Z</dcterms:modified>
</cp:coreProperties>
</file>